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099e4d2a-4bdc-b5cd-579e-15ffd051869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3A8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Sahaaya – System Architecture (as implemented)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User's browser (frontend)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54480"/>
            <a:ext cx="2798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frontend/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index.html, style.css, script.js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Vanilla JavaScript, 11 screens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Tailwind CSS + Font Awesome (CDN)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Session token in browser storage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017520" cy="17830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246120"/>
            <a:ext cx="2798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Browser features used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Web Speech API (voice search)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tel:112 link (phone dialer)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Google Maps direction links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localStorage / sessionStorage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Node.js + Express 4 backend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55448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server.js (port 3000)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CORS (localhost only), JSON body parser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Serves ../frontend, error handler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251460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routes/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auth.js, hospitals.js (search, care services,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health, emergency info), appointments.js (+tokens),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twin.js, ai.js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3566160" cy="150876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3611880"/>
            <a:ext cx="3346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Modules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twin.js: simulated state + real token count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ai.js: LM Studio client, emergency filter, prompts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security.js: scrypt, hashed session tokens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database.js, config.js, util.js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05156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SQLite (node:sqlite)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146304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backend/data/sahaaya.db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users, sessions, hospitals,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departments, doctors, services,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care_services, appointments,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tokens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31546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32186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LM Studio (optional, local)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5661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localhost:1234/v1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gemma-3-1b-it, qwen3.5-0.8b,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llama-3.2-1b-instruct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Not exposed publicly; if off,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the app uses fallbacks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2651760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749040" y="3200400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70332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REST / JSON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246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static files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12480" y="2011680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41248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SQL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12480" y="4114800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41248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(optional)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5394960"/>
            <a:ext cx="11475720" cy="502920"/>
          </a:xfrm>
          <a:prstGeom prst="roundRect">
            <a:avLst>
              <a:gd name="adj" fmla="val 10909"/>
            </a:avLst>
          </a:prstGeom>
          <a:solidFill>
            <a:srgbClr val="E0EFFE"/>
          </a:solidFill>
          <a:ln w="12700">
            <a:solidFill>
              <a:srgbClr val="BAE0F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541324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External, outside the app: Google Maps (opened from the browser via links, no API key) and CDNs for Tailwind CSS, Font Awesome and Google Fonts (loaded by the browser).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6035040"/>
            <a:ext cx="11475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</a:rPr>
              <a:t>Digital Twin values are SIMULATED inside twin.js; only the count of tokens booked through Sahaaya comes from the database. Prototype with demo data.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haaya">
  <a:themeElements>
    <a:clrScheme name="Sahaaya">
      <a:dk1>
        <a:srgbClr val="0F172A"/>
      </a:dk1>
      <a:lt1>
        <a:srgbClr val="FFFFFF"/>
      </a:lt1>
      <a:dk2>
        <a:srgbClr val="1E3A8A"/>
      </a:dk2>
      <a:lt2>
        <a:srgbClr val="F0F7FF"/>
      </a:lt2>
      <a:accent1>
        <a:srgbClr val="2563EB"/>
      </a:accent1>
      <a:accent2>
        <a:srgbClr val="0D9488"/>
      </a:accent2>
      <a:accent3>
        <a:srgbClr val="F59E0B"/>
      </a:accent3>
      <a:accent4>
        <a:srgbClr val="DC2626"/>
      </a:accent4>
      <a:accent5>
        <a:srgbClr val="64748B"/>
      </a:accent5>
      <a:accent6>
        <a:srgbClr val="7C3AED"/>
      </a:accent6>
      <a:hlink>
        <a:srgbClr val="2563EB"/>
      </a:hlink>
      <a:folHlink>
        <a:srgbClr val="7C3AED"/>
      </a:folHlink>
    </a:clrScheme>
    <a:fontScheme name="Sahaay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Sahaaya – System Architecture</dc:title>
  <dc:subject>PptxGenJS Presentation</dc:subject>
  <dc:creator>Sahaaya project</dc:creator>
  <cp:lastModifiedBy>Sahaaya project</cp:lastModifiedBy>
  <cp:revision>1</cp:revision>
  <dcterms:created xsi:type="dcterms:W3CDTF">2026-10-24T06:16:59Z</dcterms:created>
  <dcterms:modified xsi:type="dcterms:W3CDTF">2026-10-24T06:16:59Z</dcterms:modified>
</cp:coreProperties>
</file>